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scoring pipelines feeding a shared JSON output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023360" cy="1874520"/>
          </a:xfrm>
          <a:prstGeom prst="roundRect">
            <a:avLst>
              <a:gd name="adj" fmla="val 2927"/>
            </a:avLst>
          </a:prstGeom>
          <a:solidFill>
            <a:srgbClr val="F7F9FC"/>
          </a:solidFill>
          <a:ln w="12700">
            <a:solidFill>
              <a:srgbClr val="B8C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5506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20574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057400"/>
            <a:ext cx="16002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20574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2057400"/>
            <a:ext cx="17373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023360" cy="1874520"/>
          </a:xfrm>
          <a:prstGeom prst="roundRect">
            <a:avLst>
              <a:gd name="adj" fmla="val 2927"/>
            </a:avLst>
          </a:prstGeom>
          <a:solidFill>
            <a:srgbClr val="F7F9FC"/>
          </a:solidFill>
          <a:ln w="12700">
            <a:solidFill>
              <a:srgbClr val="B8C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84962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425196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4251960"/>
            <a:ext cx="16002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425196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80360" y="4251960"/>
            <a:ext cx="17373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063240"/>
            <a:ext cx="1371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30632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95360" y="306324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1463040" cy="73152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4846320" y="3703320"/>
            <a:ext cx="1463040" cy="118872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80960" y="3493008"/>
            <a:ext cx="914400" cy="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65760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6565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and pre-derived feature retrieval 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2999232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2999232"/>
            <a:ext cx="15544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2834640"/>
            <a:ext cx="640080" cy="50292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606040" y="3611880"/>
            <a:ext cx="640080" cy="45720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9240" y="1600200"/>
            <a:ext cx="1965960" cy="365760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12700">
            <a:solidFill>
              <a:srgbClr val="B8C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165506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057400"/>
            <a:ext cx="169164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9776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3977640"/>
            <a:ext cx="1691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online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429000"/>
            <a:ext cx="548640" cy="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3840" y="29992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999232"/>
            <a:ext cx="1371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3429000"/>
            <a:ext cx="548640" cy="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2999232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2999232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35440" y="3429000"/>
            <a:ext cx="548640" cy="0"/>
          </a:xfrm>
          <a:prstGeom prst="line">
            <a:avLst/>
          </a:prstGeom>
          <a:noFill/>
          <a:ln w="19050">
            <a:solidFill>
              <a:srgbClr val="8497B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6565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2026-08-07T03:11:13Z</dcterms:created>
  <dcterms:modified xsi:type="dcterms:W3CDTF">2026-08-07T03:11:13Z</dcterms:modified>
</cp:coreProperties>
</file>